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62" r:id="rId6"/>
    <p:sldId id="260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3E7EC-6975-DA3C-0230-DBB8301D23A7}" v="464" dt="2025-12-09T06:13:31.317"/>
    <p1510:client id="{A4658D85-F7BE-B9D0-88F2-D6BAD3F11A47}" v="15" dt="2025-12-09T17:40:19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e-h-3/webp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tpserver.ksecole.kr/files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178E0-9F55-39DC-95D9-5011E68A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77" y="1092200"/>
            <a:ext cx="2297290" cy="23368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32821" y="2489187"/>
            <a:ext cx="9339383" cy="2387600"/>
          </a:xfrm>
        </p:spPr>
        <p:txBody>
          <a:bodyPr/>
          <a:lstStyle/>
          <a:p>
            <a:r>
              <a:rPr lang="ko-KR" altLang="en-US" b="1" dirty="0">
                <a:ea typeface="맑은 고딕"/>
              </a:rPr>
              <a:t>웹프로그래밍 </a:t>
            </a:r>
            <a:r>
              <a:rPr lang="ko-KR" altLang="en-US" b="1" dirty="0" err="1">
                <a:ea typeface="맑은 고딕"/>
              </a:rPr>
              <a:t>Github</a:t>
            </a:r>
            <a:r>
              <a:rPr lang="ko-KR" altLang="en-US" b="1" dirty="0">
                <a:ea typeface="맑은 고딕"/>
              </a:rPr>
              <a:t> 정리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87768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b="1" dirty="0">
                <a:ea typeface="맑은 고딕"/>
              </a:rPr>
              <a:t>2022664012 김태현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B06501-DB67-A93C-EF4B-A8DC8970B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7477" y="385393"/>
            <a:ext cx="5941546" cy="60788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2717A78-3B9C-B4FE-099C-6D6C5655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175" y="2761843"/>
            <a:ext cx="2752318" cy="1325563"/>
          </a:xfrm>
        </p:spPr>
        <p:txBody>
          <a:bodyPr/>
          <a:lstStyle/>
          <a:p>
            <a:pPr algn="ctr"/>
            <a:r>
              <a:rPr lang="ko-KR" altLang="en-US" b="1" dirty="0">
                <a:ea typeface="맑은 고딕"/>
              </a:rPr>
              <a:t>README</a:t>
            </a:r>
            <a:endParaRPr lang="ko-KR" b="1"/>
          </a:p>
        </p:txBody>
      </p:sp>
    </p:spTree>
    <p:extLst>
      <p:ext uri="{BB962C8B-B14F-4D97-AF65-F5344CB8AC3E}">
        <p14:creationId xmlns:p14="http://schemas.microsoft.com/office/powerpoint/2010/main" val="183297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2D07A0-5DAC-6870-3F5A-54986A4FD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612" r="67" b="7867"/>
          <a:stretch>
            <a:fillRect/>
          </a:stretch>
        </p:blipFill>
        <p:spPr>
          <a:xfrm>
            <a:off x="4079972" y="810695"/>
            <a:ext cx="7989252" cy="52419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62E0CE0-31CD-FE01-EF21-F5BF95A9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482" y="2768356"/>
            <a:ext cx="2400626" cy="1325563"/>
          </a:xfrm>
        </p:spPr>
        <p:txBody>
          <a:bodyPr/>
          <a:lstStyle/>
          <a:p>
            <a:pPr algn="ctr"/>
            <a:r>
              <a:rPr lang="ko-KR" altLang="en-US" b="1" dirty="0" err="1">
                <a:ea typeface="맑은 고딕"/>
              </a:rPr>
              <a:t>Commit</a:t>
            </a:r>
            <a:br>
              <a:rPr lang="ko-KR" altLang="en-US" dirty="0">
                <a:ea typeface="맑은 고딕"/>
              </a:rPr>
            </a:br>
            <a:r>
              <a:rPr lang="ko-KR" altLang="en-US" b="1" dirty="0" err="1">
                <a:ea typeface="맑은 고딕"/>
              </a:rPr>
              <a:t>History</a:t>
            </a:r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587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A26C-5D39-4C0D-D7F1-B1583ACF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8B46A-4BD1-5E15-4685-DFDC006D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995" y="384663"/>
            <a:ext cx="10515600" cy="1325563"/>
          </a:xfrm>
        </p:spPr>
        <p:txBody>
          <a:bodyPr/>
          <a:lstStyle/>
          <a:p>
            <a:r>
              <a:rPr lang="ko-KR" b="1" dirty="0">
                <a:latin typeface="Malgun Gothic"/>
                <a:ea typeface="Malgun Gothic"/>
              </a:rPr>
              <a:t>Index.html</a:t>
            </a:r>
          </a:p>
        </p:txBody>
      </p:sp>
      <p:pic>
        <p:nvPicPr>
          <p:cNvPr id="7" name="내용 개체 틀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D88993-F59F-BB7E-5146-6ADC9D91C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10" y="1710795"/>
            <a:ext cx="9662854" cy="491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7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CFC66-4E69-BBB7-2473-BC773FC5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995" y="384663"/>
            <a:ext cx="10515600" cy="1325563"/>
          </a:xfrm>
        </p:spPr>
        <p:txBody>
          <a:bodyPr/>
          <a:lstStyle/>
          <a:p>
            <a:r>
              <a:rPr lang="ko-KR" altLang="en-US" b="1" dirty="0">
                <a:ea typeface="맑은 고딕"/>
              </a:rPr>
              <a:t>Project</a:t>
            </a:r>
            <a:endParaRPr lang="ko-KR" altLang="en-US" b="1" dirty="0"/>
          </a:p>
        </p:txBody>
      </p:sp>
      <p:pic>
        <p:nvPicPr>
          <p:cNvPr id="4" name="내용 개체 틀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EAD7A7-10AD-5D3A-220B-A252FA0D2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949" y="1713187"/>
            <a:ext cx="9697589" cy="489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4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E70BA-6576-5E73-3E2C-8DED801A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790" y="1713279"/>
            <a:ext cx="2804420" cy="1332076"/>
          </a:xfrm>
        </p:spPr>
        <p:txBody>
          <a:bodyPr/>
          <a:lstStyle/>
          <a:p>
            <a:pPr algn="ctr"/>
            <a:r>
              <a:rPr lang="ko-KR" altLang="en-US" b="1" err="1">
                <a:ea typeface="맑은 고딕"/>
              </a:rPr>
              <a:t>Reference</a:t>
            </a:r>
            <a:endParaRPr lang="ko-KR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D02EA3-206D-DB6C-9317-EFC5533B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0036"/>
            <a:ext cx="10515600" cy="1316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ko-KR" sz="2000" b="1" dirty="0">
                <a:ea typeface="+mn-lt"/>
                <a:cs typeface="+mn-lt"/>
                <a:hlinkClick r:id="rId2"/>
              </a:rPr>
              <a:t>https://github.com/</a:t>
            </a:r>
            <a:endParaRPr lang="ko-KR" b="1"/>
          </a:p>
          <a:p>
            <a:pPr marL="0" indent="0" algn="ctr">
              <a:buNone/>
            </a:pPr>
            <a:r>
              <a:rPr lang="en-US" altLang="ko-KR" sz="1800" b="1" dirty="0">
                <a:latin typeface="Malgun Gothic"/>
                <a:ea typeface="Malgun Gothic"/>
                <a:hlinkClick r:id="rId3"/>
              </a:rPr>
              <a:t>https://github.com/tae-h-3/webp</a:t>
            </a:r>
            <a:endParaRPr lang="ko-KR" altLang="en-US" sz="1800" b="1">
              <a:latin typeface="Malgun Gothic"/>
              <a:ea typeface="Malgun Gothic"/>
            </a:endParaRPr>
          </a:p>
          <a:p>
            <a:pPr marL="0" indent="0" algn="ctr">
              <a:buNone/>
            </a:pPr>
            <a:r>
              <a:rPr lang="en-US" sz="1800" b="1" dirty="0">
                <a:ea typeface="+mn-lt"/>
                <a:cs typeface="+mn-lt"/>
                <a:hlinkClick r:id="rId4"/>
              </a:rPr>
              <a:t>https://ftpserver.ksecole.kr</a:t>
            </a:r>
            <a:endParaRPr lang="en-US" altLang="ko-KR" sz="1800" b="1" dirty="0">
              <a:latin typeface="Malgun Gothic"/>
              <a:ea typeface="Malgun Gothic"/>
            </a:endParaRPr>
          </a:p>
          <a:p>
            <a:endParaRPr lang="ko-KR" altLang="en-US" sz="20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111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113E4-3711-61EE-5FB7-EB7EFCA0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제 점수는 9점 입니다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CACC84-59CD-4CFA-11DC-932E2BA82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b="1" dirty="0">
                <a:ea typeface="맑은 고딕"/>
              </a:rPr>
              <a:t>깔끔한 </a:t>
            </a:r>
            <a:r>
              <a:rPr lang="ko-KR" altLang="en-US" b="1" dirty="0" err="1">
                <a:ea typeface="맑은 고딕"/>
              </a:rPr>
              <a:t>깃허브</a:t>
            </a:r>
            <a:r>
              <a:rPr lang="ko-KR" altLang="en-US" b="1" dirty="0">
                <a:ea typeface="맑은 고딕"/>
              </a:rPr>
              <a:t> 정리</a:t>
            </a:r>
          </a:p>
          <a:p>
            <a:endParaRPr lang="ko-KR" altLang="en-US" b="1" dirty="0">
              <a:ea typeface="맑은 고딕"/>
            </a:endParaRPr>
          </a:p>
          <a:p>
            <a:r>
              <a:rPr lang="ko-KR" altLang="en-US" b="1" dirty="0">
                <a:ea typeface="맑은 고딕"/>
              </a:rPr>
              <a:t>4개의 프로젝트 </a:t>
            </a:r>
            <a:r>
              <a:rPr lang="ko-KR" altLang="en-US" b="1" dirty="0" err="1">
                <a:ea typeface="맑은 고딕"/>
              </a:rPr>
              <a:t>pdf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커밋</a:t>
            </a:r>
            <a:endParaRPr lang="ko-KR" altLang="en-US" b="1" dirty="0">
              <a:ea typeface="맑은 고딕"/>
            </a:endParaRPr>
          </a:p>
          <a:p>
            <a:endParaRPr lang="ko-KR" altLang="en-US" b="1" dirty="0">
              <a:ea typeface="맑은 고딕"/>
            </a:endParaRPr>
          </a:p>
          <a:p>
            <a:r>
              <a:rPr lang="ko-KR" b="1" dirty="0">
                <a:latin typeface="Malgun Gothic"/>
                <a:ea typeface="Malgun Gothic"/>
              </a:rPr>
              <a:t>Exer9 제외 모든 과제 기한 내에 </a:t>
            </a:r>
            <a:r>
              <a:rPr lang="ko-KR" b="1" dirty="0" err="1">
                <a:latin typeface="Malgun Gothic"/>
                <a:ea typeface="Malgun Gothic"/>
              </a:rPr>
              <a:t>커밋</a:t>
            </a:r>
            <a:endParaRPr lang="ko-KR" altLang="en-US" b="1" dirty="0" err="1">
              <a:ea typeface="맑은 고딕"/>
            </a:endParaRPr>
          </a:p>
          <a:p>
            <a:endParaRPr lang="ko-KR" altLang="en-US" b="1" dirty="0">
              <a:ea typeface="맑은 고딕"/>
            </a:endParaRPr>
          </a:p>
          <a:p>
            <a:r>
              <a:rPr lang="ko-KR" altLang="en-US" b="1" dirty="0">
                <a:ea typeface="맑은 고딕"/>
              </a:rPr>
              <a:t>보기 좋게 잘 만든 자기소개 웹사이트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4AB5D4E-46E2-C47C-C4F3-772C088FA95F}"/>
              </a:ext>
            </a:extLst>
          </p:cNvPr>
          <p:cNvCxnSpPr/>
          <p:nvPr/>
        </p:nvCxnSpPr>
        <p:spPr>
          <a:xfrm flipV="1">
            <a:off x="846667" y="1497948"/>
            <a:ext cx="10505178" cy="1954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80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웹프로그래밍 Github 정리</vt:lpstr>
      <vt:lpstr>README</vt:lpstr>
      <vt:lpstr>Commit History</vt:lpstr>
      <vt:lpstr>Index.html</vt:lpstr>
      <vt:lpstr>Project</vt:lpstr>
      <vt:lpstr>Reference</vt:lpstr>
      <vt:lpstr>제 점수는 9점 입니다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202</cp:revision>
  <dcterms:created xsi:type="dcterms:W3CDTF">2025-12-09T05:17:18Z</dcterms:created>
  <dcterms:modified xsi:type="dcterms:W3CDTF">2025-12-09T17:43:29Z</dcterms:modified>
</cp:coreProperties>
</file>